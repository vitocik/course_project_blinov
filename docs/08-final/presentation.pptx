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Nutrition Coach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Курсовой проект по мобильной разработке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Mobile: React Native, Expo, TypeScript, Axios, AsyncStorage</a:t>
            </a:r>
          </a:p>
          <a:p>
            <a:r>
              <a:t>Backend: Java 21, Spring Boot 3, JWT, PostgreSQL, Swagger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Авторизация • Профиль • Питание • Тренировки • Прогресс • Admin • Offline cache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Layered backend + Context-based mobile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